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DFF8A"/>
                </a:solidFill>
                <a:latin typeface="Calibri"/>
              </a:rPr>
              <a:t>MOBILE BATTERY TRAILER POWER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3F6F4"/>
                </a:solidFill>
                <a:latin typeface="Calibri"/>
              </a:rPr>
              <a:t>One-line: Standard docking trailers carry full-size battery packs — freight assets that become a daisy-chainable emergency power utility on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B020"/>
                </a:solidFill>
                <a:latin typeface="Calibri"/>
              </a:rPr>
              <a:t>Draft for red-team  ·  not a ship spec  ·  energy-density honesty required</a:t>
            </a:r>
          </a:p>
          <a:p>
            <a:r>
              <a:rPr sz="1600" b="0">
                <a:solidFill>
                  <a:srgbClr val="A8B4B0"/>
                </a:solidFill>
                <a:latin typeface="Calibri"/>
              </a:rPr>
              <a:t>Tied to TEN / yard-energy Soft-PASS: LTL first · yard-dropped vs trip modules · cube/weight tax is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1/12  ·  2026-09-19  ·  Chris Olsen / Helios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2  ·  CORE IDEA — STANDARDIZED PLUG-IN DOCKING TRAILER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SKU: a freight trailer (or dedicated energy trailer) with a normalized docking face for full-size battery packs — snap-in modules, not a science-fair pallet.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Interface: plug geometry + voltage class + HVIL / safety interlocks. One family. Hospitals, yards, campuses, FEMA lots speak the same language.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Soft-PASS from TEN: pad/cassette at a dock is one face; this slide is the *mobile* face — trailer rolls, plugs, becomes a hub.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 invent: pack kWh, pad V/A, hitch pinout, SKU price. Those stay open until measured.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HARD Chris 2026-09-19: modules steal cube AND weight. LTL can eat some; TL min-max will not. Trip packs only if Power Pods pay the tax. Else the trailer is a yard / crisis battery — not a freight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2/12  ·  2026-09-19  ·  Chris Olsen / Helios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3  ·  HOSPITAL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Trailer rolls to the loading ramp / designated energy pad. Plugs in. Instant power hub for the building bus — if the building has the mate interface.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Daisy-chainable: 1 → N trailers as duration demand grows. Dispatch is “how many charged boxes + how many hours,” not “find a 2 MW genset.”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most hospitals have diesel emergency generators + ATS, NOT a trailer HV docking code. Without the mate, this is a parked battery with no legal plug.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hospital load is continuous MW-class (OR, HVAC, imaging, elevators). Trailer kWh is duration, not a transformer replacement unless N is large.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Life-safety: NEC / CMS / Joint Commission / AHJ will treat this as emergency power supply system (EPSS) — years of listing, not a weekend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3/12  ·  2026-09-19  ·  Chris Olsen / Helios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4  ·  SUSTAINMENT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Charged trailers go to the crisis. Depleted trailers return to a charge node (yard pad / utility / campus). Next charged set rolls.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This is logistics, not magic: tractor hours, driver HOS, fuel for the tractor, road access, and charge-slot throughput at the rear base.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Bottleneck Soft-FAIL: charge rate at the yard. If a 1 MWh trailer takes 8–12 h to refill, the loop needs ~3× inventory, not 1:1.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Soft-PASS Chris: yard-dropped trailers already sit. Using idle LTL boxes as the rear inventory is the only honest first loop.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flooded / debris roads (Fukushima-class) break the loop. A pipeline of trailers assumes the highway still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4/12  ·  2026-09-19  ·  Chris Olsen / Helios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5  ·  SCENARIOS — TRANSFORMER + FUKUSHIMA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Hospital transformer failure: local MW is gone. Trailers can cover *hours-to-days of kWh* if the building can accept DC/AC at the interface. They do not replace a 13.8 kV transformer.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Fukushima (2011): on-site diesels were below flood line; off-site power + fuel logistics died. A trailer pipeline *could* restore some kW in hours IF roads + a dry docking face existed. Soft-FAIL that 2011 plant had either.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HONEST DENSITY GAP: a Class-8 trailer of batteries is ~MWh-class, not continuous multi-MW for a nuclear safety bus. Diesel gensets win power density; batteries win no-fuel-on-site + quiet + no flood-intake. Do not claim “restore the plant.” Claim “keep critical island loads alive while the transformer / fuel chain is dead.”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 invented plant MW. Soft-PASS principle: match trailer kWh to the *island load*, not the nameplate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5/12  ·  2026-09-19  ·  Chris Olsen / Helios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6  ·  STANDARDIZATION AS CODE  ·  FIRE-HYDRANT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New critical infrastructure required to include a normalized docking interface: plug geometry, voltage class, HVIL / grounding / interlocks, listed disconnect.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Fire-hydrant analogy: every truck’s hose fits every hydrant because the municipality mandated the thread. Energy docking is the same play — or it dies as 14 proprietary plugs.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 path to code: IBC / NFPA 70 / NFPA 110 / CMS / FGI guidelines / AHJ. That is a decade-scale fight, not a GitHub file.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Who owns the standard Soft-FAIL: SAE / ISO / UL / NIST / FEMA / DOE. ACEA ePTO and ISO 23316 are *partial* HV analogs — Soft-FAIL Class-8 trailer-to-hospital.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Risk: mandate without listed hardware = empty ramps. Mandate too early = lock a bad pinout for 40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6/12  ·  2026-09-19  ·  Chris Olsen / Helios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7  ·  MULTI-OPERATOR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J.B. Hunt, Schneider, Estes, Forward Air — and any LTL/TL with boxes — become emergency energy nodes.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Hospital (or OEM) calls one dispatch: “six charged trailers, 72-hour sustainment loop.” Carriers keep freight; switch to power at a premium when called.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no existing Soft-PASS contract, radio net, or SOC-visibility across those four. Hunt/Schneider Soft-PASS today is fuel discounts, not tank-level or kWh-level APIs.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Conflict: peak freight (holiday, disaster restock) is when hospitals also peak. Idle-trailer fantasy dies in a real emergency.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Estes Soft-PASS fit: LTL, dropped trailers, existing DFW four-yard language (ARL↔Dallas↔GRP↔Lone Star) — still unsigned interconnect / no MW.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7/12  ·  2026-09-19  ·  Chris Olsen / Helios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8  ·  COLLEGE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Campuses as early adopters: research hospital + engineering college + parking lots + political cover. Talent / R&amp;D pipeline (power electronics, codes, logistics).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Why easier than a city hospital: one owner, one AHJ relationship, optional loads, student labor, grant language (DOE / NSF / state resilience).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campus “microgrid” theater is common. Require a real docking face + a measured island load, or it is a mural.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Soft-PASS first-check analog: one believer + one node + film. A campus ramp is a cleaner first film than a CMS hospital.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8/12  ·  2026-09-19  ·  Chris Olsen / Helios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9  ·  FEMA — DISTRIBUTED EMERGENCY POWER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Ask: treat charged trailer fleets as a distributed emergency power utility — pre-positioned, pre-contracted, not “who has a genset on Facebook.”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Pre-negotiated: day rate, surge, driver/HOS, charge-node reimbursement, liability cap, who plugs it in.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Soft-FAIL: Stafford Act / FEMA PA / mission-assignment mechanics for *battery trailers* are not Soft-PASS published as a program. Do not invent an appropriation.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Honest twin: 911 / disaster-comms is a *different project* (radios not in the trucking HUD). Same payer logic, do not merge repos or SKUs.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Who-pays Soft-PASS already: public plant (warehouse + truck + hybrid write-off language) / private freight. FEMA is the public surge customer, not the OEM.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9/12  ·  2026-09-19  ·  Chris Olsen / Helios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10  ·  CARRIER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Idle trailers earn as energy assets (yard SOC + crisis day-rate).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Surge pricing in outages. Trailer / pack sales. Docking-interface licensing. Multi-day sustainment contracts.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Soft-PASS tension: cube/weight tax vs freight revenue. If the box is a dedicated energy trailer, you lost a revenue trailer forever — price it as a genset, not as freight.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If the box is dual-use freight: only LTL + non-maxed lanes. Soft-FAIL TL adoption.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Soft-FAIL $ / IRR / day-rate. Do not invent. First Soft-PASS money is a public first-check film + one believer, not a 200-person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10/12  ·  2026-09-19  ·  Chris Olsen / Helios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11  ·  OPEN RISKS  ·  NO SOFTENING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Energy density: MWh-per-trailer vs MW-continuous hospital/nuclear load. Batteries are energy; transformers/gensets are power.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Charging throughput: loop inventory explodes if rear-base kW is small. Warehouse drop Soft-PASS cannot Megacharge a fleet.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Grid-tie / islanding regs: IEEE 1547, UL 1741, utility interconnection, anti-islanding. Soft-FAIL signed interconnect (already TEN Soft-FAIL).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Insurance / liability: who dies if the plug is live in floodwater. Hospital + carrier + OEM + AHJ will each try not to be the named insured.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Certification: UL / UN 38.3 / FMVSS / FMCSA hazmat if treated as bulk energy. Years.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Cold-start: packs at 0% after a week in a blizzard do not “instant hub.” HVAC for the pack is another kW.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3F6F4"/>
                </a:solidFill>
                <a:latin typeface="Calibri"/>
              </a:rPr>
              <a:t>Cube/weight: Chris HARD. Freight customers will ask. Answer must be LTL / dedicated energy SKU / Power Pod pays — not vibes.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11/12  ·  2026-09-19  ·  Chris Olsen / Helios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F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3F6F4"/>
                </a:solidFill>
                <a:latin typeface="Calibri"/>
              </a:rPr>
              <a:t>12  ·  FLAWS TO FIND  ·  RED-TEAM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Attack this deck. Do not protect the founder. Collect every contradiction, missing dependency, regulatory gap, unrealistic assumption.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Assigned: Strip Electrical (pad/interface physics) · Power Pod (truck/grid) · Yard Software (router/dispatch) · Tinkabot (structure/deps) · idle bots: Ada/Saxon/Da Vinci/Skippy if they have a real cut, else Soft-PASS skip.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Required outputs: numbered flaws · slide # · severity (kill / delay / price) · what would make it Soft-PASS.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Banned: fake kWh, fake MW, Tesla PO, signed FEMA dollars, “hours” without a load + pack + charge-rate.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3F6F4"/>
                </a:solidFill>
                <a:latin typeface="Calibri"/>
              </a:rPr>
              <a:t>Helios consolidates. No filtering. Soft-FAIL stays Soft-FAIL.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4B0"/>
                </a:solidFill>
                <a:latin typeface="Calibri"/>
              </a:rPr>
              <a:t>SPEC · Soft-PASS / Soft-FAIL labeled · not live  ·  12/12  ·  2026-09-19  ·  Chris Olsen / Helios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